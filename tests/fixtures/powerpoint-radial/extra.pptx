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620000" cy="5715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gure Ed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-mix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wo-mixed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123456"/>
              </a:gs>
              <a:gs pos="100000">
                <a:srgbClr val="EACB7A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-inse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wo-inset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10000">
                <a:srgbClr val="FFFFFF"/>
              </a:gs>
              <a:gs pos="9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ree-gra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hree-gray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0000">
                <a:srgbClr val="808080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pha-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lpha-whit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adial-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adial-line"/>
          <p:cNvSpPr/>
          <p:nvPr/>
        </p:nvSpPr>
        <p:spPr>
          <a:xfrm>
            <a:off x="1428750" y="1905000"/>
            <a:ext cx="4762500" cy="1905000"/>
          </a:xfrm>
          <a:prstGeom prst="line">
            <a:avLst/>
          </a:prstGeom>
          <a:noFill/>
          <a:ln w="114300" cap="flat" cmpd="sng" algn="ctr">
            <a:gradFill rotWithShape="1">
              <a:gsLst>
                <a:gs pos="0">
                  <a:srgbClr val="FFFFFF"/>
                </a:gs>
                <a:gs pos="100000">
                  <a:srgbClr val="00000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und-fix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ound-fixed"/>
          <p:cNvSpPr/>
          <p:nvPr/>
        </p:nvSpPr>
        <p:spPr>
          <a:xfrm rot="2700000">
            <a:off x="1428750" y="1905000"/>
            <a:ext cx="4762500" cy="190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25000" t="75000" r="75000" b="25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llipse-fix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-fixed"/>
          <p:cNvSpPr/>
          <p:nvPr/>
        </p:nvSpPr>
        <p:spPr>
          <a:xfrm rot="2700000">
            <a:off x="1428750" y="1905000"/>
            <a:ext cx="4762500" cy="19050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50000" r="10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rner-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orner-3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50000">
                <a:srgbClr val="00FF00"/>
              </a:gs>
              <a:gs pos="100000">
                <a:srgbClr val="0000FF"/>
              </a:gs>
            </a:gsLst>
            <a:path path="circle">
              <a:fillToRect l="0" t="0" r="100000" b="10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stom-offse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ustom-offset"/>
          <p:cNvSpPr/>
          <p:nvPr/>
        </p:nvSpPr>
        <p:spPr>
          <a:xfrm>
            <a:off x="1428750" y="1905000"/>
            <a:ext cx="4762500" cy="1905000"/>
          </a:xfrm>
          <a:custGeom>
            <a:avLst/>
            <a:gdLst/>
            <a:ahLst/>
            <a:cxnLst/>
            <a:rect l="0" t="0" r="w" b="h"/>
            <a:pathLst>
              <a:path w="1000000" h="1000000" fill="norm" stroke="0" extrusionOk="0">
                <a:moveTo>
                  <a:pt x="100000" y="100000"/>
                </a:moveTo>
                <a:lnTo>
                  <a:pt x="700000" y="100000"/>
                </a:lnTo>
                <a:lnTo>
                  <a:pt x="400000" y="70000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25000" t="75000" r="75000" b="25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stom-curv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ustom-curve"/>
          <p:cNvSpPr/>
          <p:nvPr/>
        </p:nvSpPr>
        <p:spPr>
          <a:xfrm>
            <a:off x="1428750" y="1905000"/>
            <a:ext cx="4762500" cy="1905000"/>
          </a:xfrm>
          <a:custGeom>
            <a:avLst/>
            <a:gdLst/>
            <a:ahLst/>
            <a:cxnLst/>
            <a:rect l="0" t="0" r="w" b="h"/>
            <a:pathLst>
              <a:path w="1000000" h="1000000" fill="norm" stroke="0" extrusionOk="0">
                <a:moveTo>
                  <a:pt x="0" y="0"/>
                </a:moveTo>
                <a:cubicBezTo>
                  <a:pt x="0" y="2000000"/>
                  <a:pt x="1000000" y="2000000"/>
                  <a:pt x="1000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rner-tin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orner-tiny"/>
          <p:cNvSpPr/>
          <p:nvPr/>
        </p:nvSpPr>
        <p:spPr>
          <a:xfrm>
            <a:off x="3524250" y="2762250"/>
            <a:ext cx="571500" cy="190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0" r="100000" b="10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rner-lar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orner-large"/>
          <p:cNvSpPr/>
          <p:nvPr/>
        </p:nvSpPr>
        <p:spPr>
          <a:xfrm>
            <a:off x="476250" y="714375"/>
            <a:ext cx="6667500" cy="42862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0" r="100000" b="10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near-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inear-whit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lin ang="0" scaled="1"/>
            <a:tileRect/>
          </a:gra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-rever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wo-revers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pha-redbl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lpha-redblu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0000">
                  <a:alpha val="0"/>
                </a:srgbClr>
              </a:gs>
              <a:gs pos="100000">
                <a:srgbClr val="0000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stant-alph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onstant-alpha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0000">
                  <a:alpha val="50196"/>
                </a:srgbClr>
              </a:gs>
              <a:gs pos="100000">
                <a:srgbClr val="0000FF">
                  <a:alpha val="5019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igure Editor">
  <a:themeElements>
    <a:clrScheme name="Figure Editor">
      <a:dk1>
        <a:sysClr val="windowText" lastClr="000000"/>
      </a:dk1>
      <a:lt1>
        <a:sysClr val="window" lastClr="FFFFFF"/>
      </a:lt1>
      <a:dk2>
        <a:srgbClr val="20212B"/>
      </a:dk2>
      <a:lt2>
        <a:srgbClr val="F5F3F7"/>
      </a:lt2>
      <a:accent1>
        <a:srgbClr val="714A85"/>
      </a:accent1>
      <a:accent2>
        <a:srgbClr val="B73779"/>
      </a:accent2>
      <a:accent3>
        <a:srgbClr val="ED826D"/>
      </a:accent3>
      <a:accent4>
        <a:srgbClr val="4472C4"/>
      </a:accent4>
      <a:accent5>
        <a:srgbClr val="70AD47"/>
      </a:accent5>
      <a:accent6>
        <a:srgbClr val="FFC000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Figure Edit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Figure Editor</Application>
  <PresentationFormat>Custom</PresentationFormat>
  <Slides>16</Slides>
  <Notes>0</Notes>
  <HiddenSlides>0</HiddenSlides>
  <HeadingPairs>
    <vt:vector size="2" baseType="variant">
      <vt:variant>
        <vt:lpstr>Slide Titles</vt:lpstr>
      </vt:variant>
      <vt:variant>
        <vt:i4>16</vt:i4>
      </vt:variant>
    </vt:vector>
  </HeadingPairs>
  <TitlesOfParts>
    <vt:vector size="16" baseType="lpstr">
      <vt:lpstr>two-mixed</vt:lpstr>
      <vt:lpstr>two-inset</vt:lpstr>
      <vt:lpstr>three-gray</vt:lpstr>
      <vt:lpstr>alpha-white</vt:lpstr>
      <vt:lpstr>radial-line</vt:lpstr>
      <vt:lpstr>round-fixed</vt:lpstr>
      <vt:lpstr>ellipse-fixed</vt:lpstr>
      <vt:lpstr>corner-3</vt:lpstr>
      <vt:lpstr>custom-offset</vt:lpstr>
      <vt:lpstr>custom-curve</vt:lpstr>
      <vt:lpstr>corner-tiny</vt:lpstr>
      <vt:lpstr>corner-large</vt:lpstr>
      <vt:lpstr>linear-white</vt:lpstr>
      <vt:lpstr>two-reverse</vt:lpstr>
      <vt:lpstr>alpha-redblue</vt:lpstr>
      <vt:lpstr>constant-alpha</vt:lpstr>
    </vt:vector>
  </TitlesOfPart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Radial Native Extra</dc:title>
  <dc:creator>Figure Editor</dc:creator>
  <dc:description>Editable Figure Editor slides. Text and shapes remain native; SVG assets retain their vector source with PNG compatibility previews; bitmap images remain separate; MP4 videos are embedded for click playback. Fonts are referenced, not embedded.</dc:description>
  <cp:lastModifiedBy>Figure Editor</cp:lastModifiedBy>
  <cp:revision>1</cp:revision>
  <dcterms:created xsi:type="dcterms:W3CDTF">2026-10-23T06:58:58.070Z</dcterms:created>
  <dcterms:modified xsi:type="dcterms:W3CDTF">2026-10-23T06:58:58.070Z</dcterms:modified>
</cp:coreProperties>
</file>