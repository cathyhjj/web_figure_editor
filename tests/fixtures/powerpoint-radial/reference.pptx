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7620000" cy="5715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gure Ed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nter-squ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enter-square"/>
          <p:cNvSpPr/>
          <p:nvPr/>
        </p:nvSpPr>
        <p:spPr>
          <a:xfrm>
            <a:off x="1905000" y="952500"/>
            <a:ext cx="3810000" cy="381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nter-w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enter-wid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nter-t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enter-tall"/>
          <p:cNvSpPr/>
          <p:nvPr/>
        </p:nvSpPr>
        <p:spPr>
          <a:xfrm>
            <a:off x="2857500" y="952500"/>
            <a:ext cx="1905000" cy="381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ft-w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left-wid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0" t="50000" r="10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p-w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op-wid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50000" t="0" r="50000" b="10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p-left-w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op-left-wid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0" t="0" r="100000" b="10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ffset-w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offset-wide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25000" t="75000" r="75000" b="25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tom-right-squ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bottom-right-square"/>
          <p:cNvSpPr/>
          <p:nvPr/>
        </p:nvSpPr>
        <p:spPr>
          <a:xfrm>
            <a:off x="1905000" y="952500"/>
            <a:ext cx="3810000" cy="381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100000" t="100000" r="0" b="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llipse-cen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-center"/>
          <p:cNvSpPr/>
          <p:nvPr/>
        </p:nvSpPr>
        <p:spPr>
          <a:xfrm>
            <a:off x="1428750" y="1905000"/>
            <a:ext cx="4762500" cy="19050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llipse-le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-left"/>
          <p:cNvSpPr/>
          <p:nvPr/>
        </p:nvSpPr>
        <p:spPr>
          <a:xfrm>
            <a:off x="1428750" y="1905000"/>
            <a:ext cx="4762500" cy="19050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0" t="50000" r="10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tated-fol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otated-follow"/>
          <p:cNvSpPr/>
          <p:nvPr/>
        </p:nvSpPr>
        <p:spPr>
          <a:xfrm rot="2700000"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0" t="50000" r="10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tated-fix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otated-fixed"/>
          <p:cNvSpPr/>
          <p:nvPr/>
        </p:nvSpPr>
        <p:spPr>
          <a:xfrm rot="2700000">
            <a:off x="1428750" y="1905000"/>
            <a:ext cx="4762500" cy="1905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0" t="50000" r="10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lo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olor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lpha-brightne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alpha-brightness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800000">
                  <a:alpha val="50196"/>
                  <a:lumMod val="50000"/>
                  <a:lumOff val="50000"/>
                </a:srgbClr>
              </a:gs>
              <a:gs pos="100000">
                <a:srgbClr val="4488CC">
                  <a:lumMod val="7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ultisto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multistop"/>
          <p:cNvSpPr/>
          <p:nvPr/>
        </p:nvSpPr>
        <p:spPr>
          <a:xfrm>
            <a:off x="1428750" y="1905000"/>
            <a:ext cx="4762500" cy="1905000"/>
          </a:xfrm>
          <a:prstGeom prst="rect">
            <a:avLst/>
          </a:prstGeom>
          <a:gradFill rotWithShape="1">
            <a:gsLst>
              <a:gs pos="0">
                <a:srgbClr val="123456"/>
              </a:gs>
              <a:gs pos="30000">
                <a:srgbClr val="EACB7A"/>
              </a:gs>
              <a:gs pos="80000">
                <a:srgbClr val="198745"/>
              </a:gs>
              <a:gs pos="100000">
                <a:srgbClr val="8C34BA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stom-inse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"/>
          <p:cNvSpPr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ustom-inset"/>
          <p:cNvSpPr/>
          <p:nvPr/>
        </p:nvSpPr>
        <p:spPr>
          <a:xfrm>
            <a:off x="1428750" y="1905000"/>
            <a:ext cx="4762500" cy="1905000"/>
          </a:xfrm>
          <a:custGeom>
            <a:avLst/>
            <a:gdLst/>
            <a:ahLst/>
            <a:cxnLst/>
            <a:rect l="0" t="0" r="w" b="h"/>
            <a:pathLst>
              <a:path w="1000000" h="1000000" fill="norm" stroke="0" extrusionOk="0">
                <a:moveTo>
                  <a:pt x="200000" y="200000"/>
                </a:moveTo>
                <a:lnTo>
                  <a:pt x="800000" y="200000"/>
                </a:lnTo>
                <a:lnTo>
                  <a:pt x="500000" y="80000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0000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Figure Editor">
  <a:themeElements>
    <a:clrScheme name="Figure Editor">
      <a:dk1>
        <a:sysClr val="windowText" lastClr="000000"/>
      </a:dk1>
      <a:lt1>
        <a:sysClr val="window" lastClr="FFFFFF"/>
      </a:lt1>
      <a:dk2>
        <a:srgbClr val="20212B"/>
      </a:dk2>
      <a:lt2>
        <a:srgbClr val="F5F3F7"/>
      </a:lt2>
      <a:accent1>
        <a:srgbClr val="714A85"/>
      </a:accent1>
      <a:accent2>
        <a:srgbClr val="B73779"/>
      </a:accent2>
      <a:accent3>
        <a:srgbClr val="ED826D"/>
      </a:accent3>
      <a:accent4>
        <a:srgbClr val="4472C4"/>
      </a:accent4>
      <a:accent5>
        <a:srgbClr val="70AD47"/>
      </a:accent5>
      <a:accent6>
        <a:srgbClr val="FFC000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Figure Edito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Figure Editor</Application>
  <PresentationFormat>Custom</PresentationFormat>
  <Slides>16</Slides>
  <Notes>0</Notes>
  <HiddenSlides>0</HiddenSlides>
  <HeadingPairs>
    <vt:vector size="2" baseType="variant">
      <vt:variant>
        <vt:lpstr>Slide Titles</vt:lpstr>
      </vt:variant>
      <vt:variant>
        <vt:i4>16</vt:i4>
      </vt:variant>
    </vt:vector>
  </HeadingPairs>
  <TitlesOfParts>
    <vt:vector size="16" baseType="lpstr">
      <vt:lpstr>center-square</vt:lpstr>
      <vt:lpstr>center-wide</vt:lpstr>
      <vt:lpstr>center-tall</vt:lpstr>
      <vt:lpstr>left-wide</vt:lpstr>
      <vt:lpstr>top-wide</vt:lpstr>
      <vt:lpstr>top-left-wide</vt:lpstr>
      <vt:lpstr>offset-wide</vt:lpstr>
      <vt:lpstr>bottom-right-square</vt:lpstr>
      <vt:lpstr>ellipse-center</vt:lpstr>
      <vt:lpstr>ellipse-left</vt:lpstr>
      <vt:lpstr>rotated-follow</vt:lpstr>
      <vt:lpstr>rotated-fixed</vt:lpstr>
      <vt:lpstr>color</vt:lpstr>
      <vt:lpstr>alpha-brightness</vt:lpstr>
      <vt:lpstr>multistop</vt:lpstr>
      <vt:lpstr>custom-inset</vt:lpstr>
    </vt:vector>
  </TitlesOfPart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Radial Native Comparison</dc:title>
  <dc:creator>Figure Editor</dc:creator>
  <dc:description>Editable Figure Editor slides. Text and shapes remain native; SVG assets retain their vector source with PNG compatibility previews; bitmap images remain separate; MP4 videos are embedded for click playback. Fonts are referenced, not embedded.</dc:description>
  <cp:lastModifiedBy>Figure Editor</cp:lastModifiedBy>
  <cp:revision>1</cp:revision>
  <dcterms:created xsi:type="dcterms:W3CDTF">2026-10-23T06:52:56.701Z</dcterms:created>
  <dcterms:modified xsi:type="dcterms:W3CDTF">2026-10-23T06:52:56.701Z</dcterms:modified>
</cp:coreProperties>
</file>